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b11a931d3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b11a931d3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b11a931d31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b11a931d31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b11a931d31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b11a931d31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b11a931d31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b11a931d31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b11a931d31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b11a931d31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b11a931d31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b11a931d31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b11a931d31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b11a931d31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b11a931d31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b11a931d31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3b11a931d31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3b11a931d31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b11a931d31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b11a931d31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b11a931d31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b11a931d31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g3b11a931d31_0_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5" name="Google Shape;135;g3b11a931d31_0_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b11a931d31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3b11a931d31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3b11a931d31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3b11a931d31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3b11a931d31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3b11a931d31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0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56" name="Google Shape;56;p13" title="01.PNG"/>
          <p:cNvPicPr preferRelativeResize="0"/>
          <p:nvPr/>
        </p:nvPicPr>
        <p:blipFill rotWithShape="1">
          <a:blip r:embed="rId3">
            <a:alphaModFix/>
          </a:blip>
          <a:srcRect b="5562" l="0" r="0" t="0"/>
          <a:stretch/>
        </p:blipFill>
        <p:spPr>
          <a:xfrm>
            <a:off x="0" y="0"/>
            <a:ext cx="9356376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63" name="Google Shape;63;p14" title="02.PNG"/>
          <p:cNvPicPr preferRelativeResize="0"/>
          <p:nvPr/>
        </p:nvPicPr>
        <p:blipFill rotWithShape="1">
          <a:blip r:embed="rId3">
            <a:alphaModFix/>
          </a:blip>
          <a:srcRect b="0" l="0" r="4716" t="0"/>
          <a:stretch/>
        </p:blipFill>
        <p:spPr>
          <a:xfrm>
            <a:off x="0" y="30800"/>
            <a:ext cx="9144001" cy="5081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0" name="Google Shape;70;p15" title="03.PNG"/>
          <p:cNvPicPr preferRelativeResize="0"/>
          <p:nvPr/>
        </p:nvPicPr>
        <p:blipFill rotWithShape="1">
          <a:blip r:embed="rId3">
            <a:alphaModFix/>
          </a:blip>
          <a:srcRect b="4861" l="0" r="0" t="0"/>
          <a:stretch/>
        </p:blipFill>
        <p:spPr>
          <a:xfrm>
            <a:off x="-56875" y="0"/>
            <a:ext cx="9200874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77" name="Google Shape;77;p16" title="04.PNG"/>
          <p:cNvPicPr preferRelativeResize="0"/>
          <p:nvPr/>
        </p:nvPicPr>
        <p:blipFill rotWithShape="1">
          <a:blip r:embed="rId3">
            <a:alphaModFix/>
          </a:blip>
          <a:srcRect b="0" l="0" r="2515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84" name="Google Shape;84;p17" title="0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9475"/>
            <a:ext cx="9143999" cy="5124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1" name="Google Shape;91;p18" title="06.PNG"/>
          <p:cNvPicPr preferRelativeResize="0"/>
          <p:nvPr/>
        </p:nvPicPr>
        <p:blipFill rotWithShape="1">
          <a:blip r:embed="rId3">
            <a:alphaModFix/>
          </a:blip>
          <a:srcRect b="0" l="0" r="3241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8" name="Google Shape;98;p19" title="07.PNG"/>
          <p:cNvPicPr preferRelativeResize="0"/>
          <p:nvPr/>
        </p:nvPicPr>
        <p:blipFill rotWithShape="1">
          <a:blip r:embed="rId3">
            <a:alphaModFix/>
          </a:blip>
          <a:srcRect b="0" l="0" r="220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5" name="Google Shape;105;p20" title="08.PNG"/>
          <p:cNvPicPr preferRelativeResize="0"/>
          <p:nvPr/>
        </p:nvPicPr>
        <p:blipFill rotWithShape="1">
          <a:blip r:embed="rId3">
            <a:alphaModFix/>
          </a:blip>
          <a:srcRect b="5096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12" name="Google Shape;112;p21" title="09.PNG"/>
          <p:cNvPicPr preferRelativeResize="0"/>
          <p:nvPr/>
        </p:nvPicPr>
        <p:blipFill rotWithShape="1">
          <a:blip r:embed="rId3">
            <a:alphaModFix/>
          </a:blip>
          <a:srcRect b="3679" l="0" r="0" t="0"/>
          <a:stretch/>
        </p:blipFill>
        <p:spPr>
          <a:xfrm>
            <a:off x="0" y="-66575"/>
            <a:ext cx="9336975" cy="51435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7" name="Google Shape;117;p22" title="Pipelione Aws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3875" y="472350"/>
            <a:ext cx="7607926" cy="467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22"/>
          <p:cNvSpPr txBox="1"/>
          <p:nvPr/>
        </p:nvSpPr>
        <p:spPr>
          <a:xfrm>
            <a:off x="7302600" y="89725"/>
            <a:ext cx="48984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pt-BR" sz="1800">
                <a:solidFill>
                  <a:schemeClr val="dk1"/>
                </a:solidFill>
              </a:rPr>
              <a:t>Pipeline AWS</a:t>
            </a:r>
            <a:endParaRPr b="1" sz="1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25" name="Google Shape;125;p23" title="10.PNG"/>
          <p:cNvPicPr preferRelativeResize="0"/>
          <p:nvPr/>
        </p:nvPicPr>
        <p:blipFill rotWithShape="1">
          <a:blip r:embed="rId3">
            <a:alphaModFix/>
          </a:blip>
          <a:srcRect b="4951" l="0" r="0" t="0"/>
          <a:stretch/>
        </p:blipFill>
        <p:spPr>
          <a:xfrm>
            <a:off x="0" y="8125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1" name="Google Shape;131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2" name="Google Shape;132;p24" title="11.PNG"/>
          <p:cNvPicPr preferRelativeResize="0"/>
          <p:nvPr/>
        </p:nvPicPr>
        <p:blipFill rotWithShape="1">
          <a:blip r:embed="rId3">
            <a:alphaModFix/>
          </a:blip>
          <a:srcRect b="4680" l="0" r="0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39" name="Google Shape;139;p25" title="12.PNG"/>
          <p:cNvPicPr preferRelativeResize="0"/>
          <p:nvPr/>
        </p:nvPicPr>
        <p:blipFill rotWithShape="1">
          <a:blip r:embed="rId3">
            <a:alphaModFix/>
          </a:blip>
          <a:srcRect b="0" l="0" r="2733" t="0"/>
          <a:stretch/>
        </p:blipFill>
        <p:spPr>
          <a:xfrm>
            <a:off x="0" y="0"/>
            <a:ext cx="9144001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6" name="Google Shape;146;p26" title="13.PNG"/>
          <p:cNvPicPr preferRelativeResize="0"/>
          <p:nvPr/>
        </p:nvPicPr>
        <p:blipFill rotWithShape="1">
          <a:blip r:embed="rId3">
            <a:alphaModFix/>
          </a:blip>
          <a:srcRect b="3910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53" name="Google Shape;153;p27" title="14.PNG"/>
          <p:cNvPicPr preferRelativeResize="0"/>
          <p:nvPr/>
        </p:nvPicPr>
        <p:blipFill rotWithShape="1">
          <a:blip r:embed="rId3">
            <a:alphaModFix/>
          </a:blip>
          <a:srcRect b="2959" l="0" r="0" t="0"/>
          <a:stretch/>
        </p:blipFill>
        <p:spPr>
          <a:xfrm>
            <a:off x="0" y="0"/>
            <a:ext cx="9143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60" name="Google Shape;160;p28" title="15.PNG"/>
          <p:cNvPicPr preferRelativeResize="0"/>
          <p:nvPr/>
        </p:nvPicPr>
        <p:blipFill rotWithShape="1">
          <a:blip r:embed="rId3">
            <a:alphaModFix/>
          </a:blip>
          <a:srcRect b="0" l="0" r="2334" t="0"/>
          <a:stretch/>
        </p:blipFill>
        <p:spPr>
          <a:xfrm>
            <a:off x="0" y="0"/>
            <a:ext cx="9143999" cy="5143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